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695" cy="6858000" type="screen4x3"/>
  <p:notesSz cx="12191695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Estimari (fara masuratori): hit ~10-200ms; miss ~0.2-15s (depinde de site). Prefetch are limit-rate 200kB/s si timeout 20s, deci tipic 1-4MB per rulare. Atentie: la concurenta, waiter asteapta max 12s (inotifywait), deci la download-uri lente pot aparea 'Download did not complete!'.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544174" y="2130425"/>
            <a:ext cx="7772400" cy="1470025"/>
          </a:xfrm>
        </p:spPr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Proxy Web Server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4572000" y="3153507"/>
            <a:ext cx="3696765" cy="191539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rPr/>
              <a:t>      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cs typeface="Calibri"/>
              </a:rPr>
              <a:t>Livadariu Vlad-Constantin</a:t>
            </a:r>
            <a:endParaRPr lang="en-US" sz="1800" b="0" i="0" u="none" strike="noStrike" cap="none" spc="0">
              <a:solidFill>
                <a:srgbClr val="E2E8F0"/>
              </a:solidFill>
              <a:latin typeface="Calibri"/>
              <a:cs typeface="Calibri"/>
            </a:endParaRPr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 Blanaru Razvan-Stefan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Bucur Mario-Valentin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738773" name=""/>
          <p:cNvSpPr txBox="1"/>
          <p:nvPr/>
        </p:nvSpPr>
        <p:spPr bwMode="auto">
          <a:xfrm flipH="0" flipV="0">
            <a:off x="247708" y="5175472"/>
            <a:ext cx="4324291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Universitatea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 din 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Bucuresti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​</a:t>
            </a:r>
            <a:endParaRPr lang="en-US" sz="1800" b="0" i="0" u="none" strike="noStrike" cap="none" spc="0">
              <a:solidFill>
                <a:srgbClr val="E2E8F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Departamentul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 de Informatica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​</a:t>
            </a:r>
            <a:endParaRPr lang="en-US" sz="1800" b="0" i="0" u="none" strike="noStrike" cap="none" spc="0">
              <a:solidFill>
                <a:srgbClr val="E2E8F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Instrumente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si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tehnici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baza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 in informatica</a:t>
            </a: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​</a:t>
            </a:r>
            <a:endParaRPr lang="en-US" sz="1800" b="0" i="0" u="none" strike="noStrike" cap="none" spc="0">
              <a:solidFill>
                <a:srgbClr val="E2E8F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2025-2026</a:t>
            </a:r>
            <a:endParaRPr lang="en-US" sz="1800" b="0" i="0" u="none" strike="noStrike" cap="none" spc="0">
              <a:solidFill>
                <a:srgbClr val="E2E8F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Outline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Descrierea problemei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Specificatia solutiei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Design (arhitectura + algoritmi)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Implementare (detalii script)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Evaluare experimentala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Concluzii / Take-away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Descrierea problemei (1/2)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Datele problemei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Input: URL din `QUERY_STRING` (`url=`) -&gt; Output: HTML (CGI: `Content-Type: text/html`)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Cache local: `/mnt/proxy-cache`, buget 512MB (CACHE_SIZE)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Context general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I/O + retea (wget), cache/stocare, concurenta &amp; sincronizare (flock/inotify)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Control resurse: timeouts / rate-limit /  pentru cost predictibil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Date particulare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Cache per-URL: `sha256(url)` -&gt; director; `main.html` + `.lock` + `.part*`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Eviction LRU pe timp de acces (`stat %X`), stergere directoare vechi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Descrierea problemei (2/2)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Ce se urmareste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Raspuns rapid la re-accesare (cache hit) si evitare descarcari duplicate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Prefetch in background pentru a reduce latenta ulterioara (assets)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Solutii posibile &amp; aleasa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`wget -r` recursiv: cost mare/imprevizibil (nepotrivit pentru CGI)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Ales: cache bounded + prefetch assets controlat; optional "lazy" pentru link-uri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Masuri de performanta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TTFB/latency miss vs hit, hit-rate, trafic (MB), erori la concurenta, churn LRU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Specificatia solutiei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Obiective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Cache hit rapid (serve `main.html`), cache bounded (LRU &lt; CACHE_SIZE)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Concurenta corecta: un singur downloader per URL (flock per-URL)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Use-case-uri minimale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UC1: URL nou -&gt; download + serve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UC2: URL repetat -&gt; serve din cache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UC3: cereri simultane -&gt; wait + serve din cache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Cerinte tehnice &amp; UX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Apache CGI; rulare ca `www-data`; permisiuni pe `/mnt/proxy-cache`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UI minimal: pagina HTML cu input URL -&gt; `/cgi-bin/proxy.sh?url=...`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Constrangeri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Prefetch rate-limited si oprit cand cache-ul e aproape plin (headroom 50MB)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Design (1/2) - arhitectura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Arhitectura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Client -&gt; Apache CGI -&gt; `proxy.sh` -&gt; `wget` -&gt; Internet -&gt; cache FS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Mapare URL -&gt; cache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`hashed_url = sha256(url)`; `dir=/mnt/proxy-cache/$hashed_url`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Temporar: `.part.&lt;pid&gt;.&lt;rand&gt;.html` -&gt; final: `main.html` (mv atomic)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Sincronizare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Lock per-URL: `exec 3&gt; $dir/.lock` + `flock -n 3`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Wait: `inotifywait -e close_write --timeout 12` pe director (cereri concurente)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Design (2/2) - LRU &amp; prefetch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Eviction: LRU bounded cache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Marime cache = suma fisiere (exclude `.lock` si `.part*`)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LRU: sortare dupa last access (`stat %X`) si stergere pana sub `CACHE_SIZE`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Protejeaza directorul curent (nu il sterge in timpul descarcarii)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Prefetch assets (background)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Rate-limit per URL: `.prefetched_assets_at` (&gt;= 30 min)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Headroom: nu ruleaza daca total cache &gt; CACHE_SIZE - 50MB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`wget --page-requisites ... --limit-rate=200k` in background (nice + nohup)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De ce nu `wget -r`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Recursiv = cost imprevizibil (timp/MB/link-uri)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Implementare (1/2) - flow principal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Parsing &amp; validare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Extrage `url=` din `QUERY_STRING` cu `sed` + `urldecode`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Daca URL lipseste -&gt; "Missing URL!"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Cache hit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Daca `main.html` exista (`-s`): `touch -a` + `cat main.html`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Cache miss (downloader)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Obtine lock -&gt; `make_room_cache` -&gt; `wget -O .part` -&gt; `mv`-&gt;`main.html` -&gt; serve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Implementare (2/2) - concurenta, erori, limitari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Cale concurenta (waiter)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Daca lock nu e obtinut: `inotifywait ...` apoi serve daca `main.html` exista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Erori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Esec wget -&gt; sterge `.part*` si raspunde "Timeout!"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Daca `main.html` nu apare la timp -&gt; "Download did not complete!"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Limitari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Prefetch poate fi incomplet sau foarte lent;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Cache per-URL fara deduplicare; eviction sterge si assets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Evaluare experimentala (setup + metrici)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HW (VM Debian)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CPU: 2 cores; RAM: 8 GB; Disk: 100 GB; Internet: ~200 Mbps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Software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Debian + Apache2 CGI + wget + inotify-tools + util-linux (flock) + coreutils (stat/find) + awk/sed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Procese/threads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Per request: 1 CGI + 1 wget (la miss); prefetch porneste in background (inca 1 wget)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Workload + use-case-uri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URL-uri mici/medii/mari; concurenta 1/5/10;eviction (CACHE_SIZE=512MB)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UC1 miss, UC2 hit, UC3 concurenta acelasi URL, UC4 prefetch, UC5 eviction LRU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Metrici + grafice</a:t>
            </a:r>
            <a:endParaRPr/>
          </a:p>
          <a:p>
            <a:pPr lvl="1">
              <a:spcAft>
                <a:spcPts val="400"/>
              </a:spcAft>
              <a:defRPr sz="1600">
                <a:solidFill>
                  <a:srgbClr val="E2E8F0"/>
                </a:solidFill>
                <a:latin typeface="Calibri"/>
              </a:defRPr>
            </a:pPr>
            <a:r>
              <a:rPr/>
              <a:t>TTFB/latency (miss vs hit), hit-rate, throughput (bytes/sec), trafic prefetch (MB), rata erori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B18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/>
              <a:t>Take-away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LRU eviction ofera un bounded cache, dar necesita tuning (CACHE_SIZE, headroom).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Prefetch-ul trebuie limitat (rate-limit/timeouts) ca sa ramana predictibil.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Integrarea OS (permisiuni www-data, mount cache la boot) e critica.</a:t>
            </a:r>
            <a:endParaRPr/>
          </a:p>
          <a:p>
            <a:pPr>
              <a:spcAft>
                <a:spcPts val="4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rPr/>
              <a:t>Un proxy in shell e usor de abuzat.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ONLYOFFICE/7.3.3.0</Application>
  <DocSecurity>0</DocSecurity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>Guset_477</cp:lastModifiedBy>
  <cp:revision>2</cp:revision>
  <dcterms:created xsi:type="dcterms:W3CDTF">2013-01-27T09:14:16Z</dcterms:created>
  <dcterms:modified xsi:type="dcterms:W3CDTF">2026-01-04T21:38:19Z</dcterms:modified>
  <cp:category/>
  <cp:contentStatus/>
  <cp:version/>
</cp:coreProperties>
</file>