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695" cy="6858000" type="screen4x3"/>
  <p:notesSz cx="12191695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Note: Rezultatele sunt dependente de site.</a:t>
            </a:r>
            <a:endParaRPr/>
          </a:p>
          <a:p>
            <a:pPr>
              <a:defRPr/>
            </a:pPr>
            <a:r>
              <a:rPr/>
              <a:t>- HIT: citire locala (main.html) -&gt; perceptie aproape instant.</a:t>
            </a:r>
            <a:endParaRPr/>
          </a:p>
          <a:p>
            <a:pPr>
              <a:defRPr/>
            </a:pPr>
            <a:r>
              <a:rPr/>
              <a:t>- MISS: cateva secunde, dar paginile foarte incarcate pot dura mai mult.</a:t>
            </a:r>
            <a:endParaRPr/>
          </a:p>
          <a:p>
            <a:pPr>
              <a:defRPr/>
            </a:pPr>
            <a:r>
              <a:rPr/>
              <a:t>- Prefetch: regex+extensii + aria2c j=16; rapid, dar nu complet pentru continut dinamic.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rot="0">
            <a:off x="2266950" y="1501775"/>
            <a:ext cx="7772400" cy="1470025"/>
          </a:xfrm>
        </p:spPr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Proxy Web Server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952750" y="2971800"/>
            <a:ext cx="6400800" cy="1752599"/>
          </a:xfrm>
        </p:spPr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rPr/>
              <a:t>Livadariu Vlad-Constantin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rPr/>
              <a:t>Blanaru Razvan-Stefan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rPr/>
              <a:t>Bucur Mario-Valentin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260865" name=""/>
          <p:cNvSpPr txBox="1"/>
          <p:nvPr/>
        </p:nvSpPr>
        <p:spPr bwMode="auto">
          <a:xfrm flipH="0" flipV="0">
            <a:off x="554399" y="4972050"/>
            <a:ext cx="4323571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sz="1800" b="0" i="0" u="none">
                <a:solidFill>
                  <a:srgbClr val="94A3B8"/>
                </a:solidFill>
                <a:latin typeface="Carlito"/>
                <a:ea typeface="Carlito"/>
                <a:cs typeface="Carlito"/>
              </a:rPr>
              <a:t>                Universitatea din Bucuresti​</a:t>
            </a:r>
            <a:endParaRPr/>
          </a:p>
          <a:p>
            <a:pPr>
              <a:defRPr/>
            </a:pPr>
            <a:r>
              <a:rPr sz="1800" b="0" i="0" u="none">
                <a:solidFill>
                  <a:srgbClr val="94A3B8"/>
                </a:solidFill>
                <a:latin typeface="Carlito"/>
                <a:ea typeface="Carlito"/>
                <a:cs typeface="Carlito"/>
              </a:rPr>
              <a:t>                Departamentul de Informatica​</a:t>
            </a:r>
            <a:endParaRPr/>
          </a:p>
          <a:p>
            <a:pPr>
              <a:defRPr/>
            </a:pPr>
            <a:r>
              <a:rPr sz="1800" b="0" i="0" u="none">
                <a:solidFill>
                  <a:srgbClr val="94A3B8"/>
                </a:solidFill>
                <a:latin typeface="Carlito"/>
                <a:ea typeface="Carlito"/>
                <a:cs typeface="Carlito"/>
              </a:rPr>
              <a:t>Instrumente si tehnici de baza in informatica​</a:t>
            </a:r>
            <a:endParaRPr/>
          </a:p>
          <a:p>
            <a:pPr>
              <a:defRPr/>
            </a:pPr>
            <a:r>
              <a:rPr sz="1800" b="0" i="0" u="none">
                <a:solidFill>
                  <a:srgbClr val="94A3B8"/>
                </a:solidFill>
                <a:latin typeface="Carlito"/>
                <a:ea typeface="Carlito"/>
                <a:cs typeface="Carlito"/>
              </a:rPr>
              <a:t>                          2025-2026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Outline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Descrierea problemei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Specificatia solutiei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Design (arhitectura + algoritmi)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Implementare (detalii script)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Evaluare experimentala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Concluzii / Take-away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Descrierea problemei (1/2)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Datele problemei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Input: URL din QUERY_STRING (url=) -&gt; Output: HTML (si Content-Type corect)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local: /mnt/proxy-cache, buget 512MB (CACHE_SIZE)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Context general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I/O + retea, cache pe disc, concurenta &amp; sincronizare (flock/inotify)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Control resurse: timeouts si rate-limit pentru cost predictibil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Date particulare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Cheie cache: sha256(url) -&gt; director; main.html + content-type.txt + assets/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Eviction pe baza timpului de acces al directorului (%A@) + stergere directoare vechi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Descrierea problemei (2/2)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Ce se urmareste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Raspuns rapid la re-accesare (cache hit) + evitare descarcari duplicate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Prefetch assets in background pentru a accelera incarcarea ulterioara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Solutii posibile &amp; aleasa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wget -r recursiv: cost mare/imprevizibil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Ales: cache bounded + prefetch selectiv (assets din HTML) + concurrency safe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Masuri de performanta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TTFB/latency miss vs hit, hit-rate, throughput, trafic prefetch, erori la concurenta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Specificatia solutiei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Obiective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Returneaza Content-Type corect + header X-Cache (HIT/MISS/HIT-WAIT)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bounded (512MB) cu politica de evacuare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Concurenta corecta: un singur downloader per URL (flock per-URL)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Use-case-uri minimale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UC1: miss -&gt; download + serve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UC2: hit -&gt; serve din cache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UC3: concurenta acelasi URL -&gt; wait + HIT-WAIT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Constrangeri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Accepta doar http/https; timeouts scurte (wget timeout 15s)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Prefetch se opreste daca cache aproape plin (headroom 50MB) + rate-limit 30 min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Design (1/2) - arhitectura &amp; consistenta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Arhitectura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Client -&gt; Apache CGI -&gt; script -&gt; wget/aria2c -&gt; Internet -&gt; cache FS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Consistency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Lock per-URL: exec 3&gt; .lock + flock -n 3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Cleanup: trap sterge partial la exit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Wait: inotifywait close_write (timeout 15s) pentru cereri concurente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Cache layout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dir = /mnt/proxy-cache/sha256(url)/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main.html (body), content-type.txt (meta), assets/ (prefetch)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Design (2/2) - eviction &amp; prefetch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Eviction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current_cache_size: du -sb /mnt/proxy-cache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make_room_cache: sortare directoare dupa %A@ (access time) si stergere pana sub CACHE_SIZE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protected dir: nu se sterge intrarea curenta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Prefetch assets (HTML parsing)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Extrage src/href cu extensii statice (jpg/png/css/js/svg/woff/ttf/ico)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Normalizeaza URL-uri relative (domain + base) si dedup (sort -u)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Download parallel cu aria2c (-j 16), in background + lock separat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Implementare (1/2) - request handling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Validare input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urldecode + verificare scheme: accepta doar ^https?://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lipseste url -&gt; Error: Missing URL parameter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Cache hit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touch -a pe dir + main.html; citeste content-type.txt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Headers: Content-Type + X-Cache: HIT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Cache miss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wget --save-headers -&gt; partial; extrage Content-Type; separa body (sed) in main.html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Headers: Content-Type + X-Cache: MISS; apoi prefetch_assets in background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Implementare (2/2) - concurenta, erori, limitari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Concurenta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lock nu e obtinut: inotifywait (15s) si apoi serve cu X-Cache: HIT-WAIT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Erori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wget fail -&gt; mesaj generic (timeout sau 404) + cleanup partial/meta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Wait timeout -&gt; Error: Download failed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Limitari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Eviction foloseste access time al directorului (%A@) -&gt; depinde de mount options (atime)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HTML parsing simplu: rateaza assets fara extensie sau generate din JS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Evaluare experimentala (1/2) - setup + workload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Setup HW (VM Debian)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CPU: 2 cores; RAM: 8 GB; Disk: 100 GB; Internet: ~200 Mbps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Setup software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Apache2 CGI + wget (HTML) + aria2c (assets) + inotify-tools + flock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Arhitectura test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Client (browser/curl) -&gt; Apache2 (CGI) -&gt; script -&gt; wget/aria2c -&gt; Internet -&gt; cache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Workload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Pagini mici/medii/mari; unele pagini foarte "loaded" (multe assets/JS/CDN)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Concurenta: 1/5/10; test eviction (CACHE_SIZE=512MB)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Evaluare experimentala (2/2) - rezultate + limitari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Metrici urmarite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TTFB/latency (miss vs hit), hit-rate, throughput, trafic prefetch (MB), rata erori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Observatii (rezultate)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Majoritatea paginilor: aproape instant la HIT; la MISS de obicei instant pana la cateva secunde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aria2c (-j 16) reduce semnificativ timpul de prefetch prin paralelism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Limitari observate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Unele pagini nu au toate assets prefetched (din cauza modului de incarcare)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Cauze tipice: assets generate din JS, URL-uri fara extensie, CSP/cross-host, timeout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Concluzii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Corectitudine: flock + lock per-URL previne descarcari duplicate la concurenta.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Fiabilitate: trap cleanup evita fisiere partiale ramase dupa erori/intreruperi.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Performanta: cache transforma cereri network-bound in citiri locale rapide (HIT vs MISS), aria2c descarca in paralel assets.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Design bounded: eviction + headroom tine spatiul sub control, dar depinde de setarile atime.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Securitate: un proxy CGI in shell poate fi abuzat (open proxy/SSRF);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ONLYOFFICE/7.3.3.0</Application>
  <DocSecurity>0</DocSecurity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Guset_581</cp:lastModifiedBy>
  <cp:revision>2</cp:revision>
  <dcterms:created xsi:type="dcterms:W3CDTF">2013-01-27T09:14:16Z</dcterms:created>
  <dcterms:modified xsi:type="dcterms:W3CDTF">2026-01-11T23:26:52Z</dcterms:modified>
  <cp:category/>
  <cp:contentStatus/>
  <cp:version/>
</cp:coreProperties>
</file>